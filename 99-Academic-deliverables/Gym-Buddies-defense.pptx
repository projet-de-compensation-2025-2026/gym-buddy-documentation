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social app to find a gym buddy. Do not start with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human. No stack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01-Scope-and-modules.md. Mention cadrage will not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v1.1.0 as registered members; demo.alex password is not in git. FS-FEED, FS-POST, FS-CMT, FS-FRND.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a full event and a rejected extra applicant. SELECT FOR UPDATE. Live capture: capacity 1, Blake pending then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why line when a card exists. Live prod suggestions were empty (no 3k fixtures). Chat text works; image/audio need object storage. FS-SUGG-03, FS-MSG.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Wiki + OpenAPI + service + UI. Pages for static; OVH for Java. Postgres, Redis, MinIO.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UUIDs, UTC, soft-delete. PostgreSQL 18. Flyway V1–V12 + fixtures.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formula. Complexity on 3k users. Why not ALS: no implicit feedback, opaque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1.1.0 cookie is SameSite=None; Partitioned so github.io can send it. SameSite=Lax was the v1.0.0 session-drop. Stranger cannot fetch an object key. TS-JWT, FS-MED-06/07.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Datafaker, seed 20260813. demo.alex / demo.blake.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point at a spec ID. CI → Release → GHCR → replace.sh → Caddy.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ISEP · COMPENSATION PROJECT 2025/2026 · 5 ECTS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 Buddies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training partner. Train together. Stay motivated.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Joaquim Kéloglanian  ·  20 min + 30 min Q&amp;A  ·  wiki ab679f9+#71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Buddies · 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Athletes train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partner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5156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dies when nobody is free at the same hour and gym.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graph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social apps are not built around sport, place, and time.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0" y="210312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2103120"/>
            <a:ext cx="109728" cy="292608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3317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trust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183880" y="30175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profiles leak; private ones hide the people you need.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 Buddies · scope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modules, one product.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9848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scope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scope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Feed, posts, likes, nested comments, friends, public/private profiles, events, search, suggestions, DMs, JWT, MinIO, fixtures, admin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iOS/Android, payments, ads, wearables, white-label, E2E encryption, group chat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with the instructor did not happen (holiday). Specs are not blocked on that meeting.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· social  ·  live v1.1.0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— SOCIAL · 4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Feed, post, comment, like, friend.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register on Pages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8036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8036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+ own, cursor 20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optional images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7804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780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7804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cap 4, likes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27889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→ accept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56616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Pages v1.1.0, 2026-08-31 — not mockups.</a:t>
            </a:r>
            <a:endParaRPr lang="en-US" sz="1600" dirty="0"/>
          </a:p>
        </p:txBody>
      </p:sp>
      <p:pic>
        <p:nvPicPr>
          <p:cNvPr id="23" name="Picture 22" descr="01-register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58768"/>
            <a:ext cx="3305907" cy="2148840"/>
          </a:xfrm>
          <a:prstGeom prst="rect">
            <a:avLst/>
          </a:prstGeom>
        </p:spPr>
      </p:pic>
      <p:pic>
        <p:nvPicPr>
          <p:cNvPr id="24" name="Picture 23" descr="05-friends-feed-post-rep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858768"/>
            <a:ext cx="3297979" cy="2148840"/>
          </a:xfrm>
          <a:prstGeom prst="rect">
            <a:avLst/>
          </a:prstGeom>
        </p:spPr>
      </p:pic>
      <p:pic>
        <p:nvPicPr>
          <p:cNvPr id="25" name="Picture 24" descr="07-comment-thr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3858768"/>
            <a:ext cx="3097427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· session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— SESSION · 4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Friends-only event. Apply. Last seat.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98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show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1–100 excluding organizer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weightlifting, friends, 3 seats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once per occurrence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demo.blake applies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is transactional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Fourth accept →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+ BYDAY, 90-day window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FS-EVT-03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materialised occurrences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Picture 6" descr="08-friends-only-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94760"/>
            <a:ext cx="3172077" cy="2240280"/>
          </a:xfrm>
          <a:prstGeom prst="rect">
            <a:avLst/>
          </a:prstGeom>
        </p:spPr>
      </p:pic>
      <p:pic>
        <p:nvPicPr>
          <p:cNvPr id="8" name="Picture 7" descr="09-event-applic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794760"/>
            <a:ext cx="3584448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· buddy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 — BUDDY · 2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Explainable suggestion, then a DM.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51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person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25146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reason = argmax of wi × feature. FoF (Adamic–Adar), sports Jaccard, geo, windows, experience. Not ML.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message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only. Text, one image, or audio ≤ 120 s. WebSocket + HTTP fallback. Bytes in MinIO.</a:t>
            </a:r>
            <a:endParaRPr lang="en-US" sz="1600" dirty="0"/>
          </a:p>
        </p:txBody>
      </p:sp>
      <p:pic>
        <p:nvPicPr>
          <p:cNvPr id="13" name="Picture 12" descr="12-suggestions-w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94760"/>
            <a:ext cx="3511296" cy="2194560"/>
          </a:xfrm>
          <a:prstGeom prst="rect">
            <a:avLst/>
          </a:prstGeom>
        </p:spPr>
      </p:pic>
      <p:pic>
        <p:nvPicPr>
          <p:cNvPr id="14" name="Picture 13" descr="13-chat-text-image-au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94760"/>
            <a:ext cx="3511296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2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repos. One modular monolith.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9164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013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gym-buddy-documentation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94960" y="180136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Wiki, tickets, Gym Buddy Project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65176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6148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gym-buddy-openapi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76148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contract. Tagged $ref tree.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61188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7216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94960" y="372160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25 · Spring · Flyway · VPS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72000"/>
            <a:ext cx="109728" cy="822960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6817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gym-buddy-ui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94960" y="4681728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22 · Pages · orval client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· 1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entities. Not the whole ER.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747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Friendship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961120" y="18288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2286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747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Message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961120" y="3657600"/>
            <a:ext cx="24688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41148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· 3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Suggestions: generate, then score.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5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S(u,v) = 0.35 m̂ + 0.25 J + 0.15 G + 0.15 T + 0.10 E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57400"/>
          <a:ext cx="10698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235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3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m̂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Adamic–Adar on mutual friends, min-max on C(u)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Jaccard of sports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Geo, D = 25 km, or 0.4 same 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/ 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overlap / experience closeness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FoF is O(d²) per user. Nightly all-users ≈ 3k × 64. No all-pairs. Not ML.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1.5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 closed. No existence leak.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JWT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08960" y="16459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HS256 access in JSON. Refresh cookie HttpOnly + Secure + SameSite=None; Partitioned. Redis denylist.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Passwords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108960" y="260604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Argon2id. Never logged. ≥ 10 characters.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canRead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35661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a 60 s signed GET only after ACL. Deny and missing both NOT_FOUND.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08960" y="452628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calls to /admin/* return NOT_FOUND. Staff JS is a separate bundle.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and fixtures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· 1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Pyramid + a seeded graph.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3 000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12 000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friendships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2179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53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20260813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9611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names FS IDs. CI uses tens of rows, never the 3k set. Prod profile cannot reset. GitHub Actions: format, test, HTTP smoke on every PR to develop.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164592" cy="164592"/>
          </a:xfrm>
          <a:prstGeom prst="rect">
            <a:avLst/>
          </a:prstGeom>
          <a:solidFill>
            <a:srgbClr val="00535B"/>
          </a:solidFill>
          <a:ln w="12700">
            <a:solidFill>
              <a:srgbClr val="00535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24712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" y="4937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AND Q&amp;A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005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would drop with two weeks less.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matching opt-in — greedy 1/2-approx, not exact.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DMs — text + image would still satisfy the brief.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events beyond WEEKLY+UNTIL.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bootstrap + MinIO on the VPS (admin 15–16 and signed media).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Java 25? Stranger image key? Suggestion complexity? Racing accepts? RRULE? How a tag reaches the VPS?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Gym Buddies — ISEP compensation 2025/2026</dc:title>
  <dc:subject>PptxGenJS Presentation</dc:subject>
  <dc:creator>Joaquim Kéloglanian</dc:creator>
  <cp:lastModifiedBy>Joaquim Kéloglanian</cp:lastModifiedBy>
  <cp:revision>1</cp:revision>
  <dcterms:created xsi:type="dcterms:W3CDTF">2026-08-30T17:57:03Z</dcterms:created>
  <dcterms:modified xsi:type="dcterms:W3CDTF">2026-08-30T17:57:03Z</dcterms:modified>
</cp:coreProperties>
</file>